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74519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243447"/>
                </a:solidFill>
              </a:rPr>
              <a:t>Robustness of Vision Methods under Image Distortions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310128"/>
            <a:ext cx="292608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5A6B7D"/>
                </a:solidFill>
              </a:rPr>
              <a:t>Image Processing / Vision course project — COCO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3A3A3A"/>
                </a:solidFill>
              </a:rPr>
              <a:t>Team: Ohad Shpizhizen  ·  Shira Tziony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59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2A78D6"/>
                </a:solidFill>
              </a:rPr>
              <a:t>https://github.com/ShiraTzi/Final-Project-Image-Processing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Dataset: COCO val2017 — fixed seeded 1,521-image class-coverage-balanced subset; the same paired images across all variants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4 tasks / models / metrics: ORB feature matching (match ratio) · YOLOv8n detection (bbox mAP) · Keypoint R-CNN pose (OKS AP) · Panoptic FPN segmentation (PQ)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3 distortions × 3 severities: gauss_noise, salt_pepper, motion_blur  ×  low / med / high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Two repair strategies: classical enhancement (matched per corruption) and fine-tuning the detector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Method /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Deterministic per-image corruption: stable seeded RNG; degradation parameters logged per image (incl. motion-blur kernel angle)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Lossless PNG storage — a JPEG round-trip would reshape the corruption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Per-image SNR computed against the clean reference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Matched enhancement per corruption: sigma-adaptive NLM (Gaussian noise), median filter (salt &amp; pepper), non-blind Wiener with the logged kernel (motion blur)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Fine-tune = per-image mixture of clean + all 9 corruption cells; AdamW lr 1e-4; held-out train split for checkpoint selection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Fine-tuned model evaluated on clean + distorted + enhanced val cells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Clean baselines (Phase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554480"/>
          <a:ext cx="9966959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731"/>
                <a:gridCol w="2192731"/>
                <a:gridCol w="3388766"/>
                <a:gridCol w="2192731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</a:rPr>
                        <a:t>Clean score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Feature matching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ORB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match ratio (vs clean)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3A3A3A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Object detection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yolov8n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bbox mAP@[.5:.95]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3A3A3A"/>
                          </a:solidFill>
                        </a:rPr>
                        <a:t>0.352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Human pose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Keypoint R-CNN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OKS AP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3A3A3A"/>
                          </a:solidFill>
                        </a:rPr>
                        <a:t>0.657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Panoptic segmentation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Panoptic FPN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PQ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3A3A3A"/>
                          </a:solidFill>
                        </a:rPr>
                        <a:t>0.410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66344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3A3A3A"/>
                </a:solidFill>
              </a:rPr>
              <a:t>•  Segmentation PQ splits: things 0.475 / stuff 0.311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3A3A3A"/>
                </a:solidFill>
              </a:rPr>
              <a:t>•  Baselines match the published full-val2017 numbers → the measurement pipeline is validated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Degradation vs SNR (Phase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3A3A3A"/>
                </a:solidFill>
              </a:rPr>
              <a:t>•  Detection mAP falls 0.352 → 0.059 at the worst cell (motion_blur high)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3A3A3A"/>
                </a:solidFill>
              </a:rPr>
              <a:t>•  SNR alone does not predict damage: motion blur has the HIGHEST mean SNR of the three corruptions (gauss_noise 14.5 dB, motion_blur 18.0 dB, salt_pepper 12.9 dB) yet destroys localization tasks most</a:t>
            </a:r>
          </a:p>
        </p:txBody>
      </p:sp>
      <p:pic>
        <p:nvPicPr>
          <p:cNvPr id="5" name="Picture 4" descr="acc_vs_snr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953096"/>
            <a:ext cx="5577840" cy="17747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Distortion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rid_gauss_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8610" y="1325880"/>
            <a:ext cx="3924300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14476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7A8794"/>
                </a:solidFill>
              </a:rPr>
              <a:t>gauss noise: clean / distorted (high severity) / enhanced (same paired images)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Enhancement (Phase 3): what recovers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3A3A3A"/>
                </a:solidFill>
              </a:rPr>
              <a:t>•  salt pepper: enhancement recovers 45%–88% of the damage across tasks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3A3A3A"/>
                </a:solidFill>
              </a:rPr>
              <a:t>•  gauss noise: enhancement recovers -39%–14% of the damage across tasks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3A3A3A"/>
                </a:solidFill>
              </a:rPr>
              <a:t>•  motion blur: enhancement recovers 37%–48% of the damage across tasks</a:t>
            </a:r>
          </a:p>
        </p:txBody>
      </p:sp>
      <p:pic>
        <p:nvPicPr>
          <p:cNvPr id="5" name="Picture 4" descr="recovery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2260" y="1371600"/>
            <a:ext cx="45262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Predictions on images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nnotated_gauss_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869" y="1325880"/>
            <a:ext cx="8101780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14476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7A8794"/>
                </a:solidFill>
              </a:rPr>
              <a:t>Gray dashed = ground truth; colored = YOLO predictions (clean / distorted / enhanced / fine-tuned)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Fine-tuning (Phase 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Setup: YOLOv8n fine-tuned on a per-image mixture of clean + all 9 corruption cells (30 epochs, AdamW lr 1e-4)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On clean images: fine-tuned mAP 0.284 vs pretrained 0.352 — clean cost = 0.068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In-domain recovery at high severity (absolute mAP): gauss noise +0.089, motion blur +0.056, salt pepper +0.124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Combined repair (enhance + fine-tune) beats both single repairs on: motion_blur/high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Per-class 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_class_ap_gauss_noise_hi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70017"/>
            <a:ext cx="10698480" cy="3820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14476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7A8794"/>
                </a:solidFill>
              </a:rPr>
              <a:t>Per-class AP under gauss_noise (high): clean vs distorted vs enhanced vs fine-tuned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Decision matrix / 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gauss noise: fine-tuning wins (enhance +0.056 vs fine-tune +0.089 mAP at high severity)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salt pepper: classical enhancement wins (enhance +0.242 vs fine-tune +0.124 mAP at high severity)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motion blur: classical enhancement wins (enhance +0.073 vs fine-tune +0.056 mAP at high severity)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Enhancement is corruption-specific — each corruption needs its matched restorer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Fine-tuning needs mixture training — single-corruption training negative-transfers to every other cell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Blur is only repairable because the kernel is known (non-blind Wiener)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ORB match ratio structurally penalizes smoothing enhancers — it is a fidelity-to-clean metric, not a task-utility metric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Wiener deconvolution uses the logged (oracle) kernel; blind deconvolution with a wrong angle measured WORSE than no restoration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yolov8n is the smallest detector in its family — absolute mAP is modest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Evaluation subset is ≈1.5k images (class-coverage-balanced, seeded)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